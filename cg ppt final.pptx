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1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09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16736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975104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633472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950208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25312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900416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3810">
            <a:solidFill>
              <a:srgbClr val="00DCB4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0" y="-1097280"/>
            <a:ext cx="4114800" cy="4114800"/>
          </a:xfrm>
          <a:prstGeom prst="ellipse">
            <a:avLst/>
          </a:prstGeom>
          <a:solidFill>
            <a:srgbClr val="00DCB4">
              <a:alpha val="6000"/>
            </a:srgbClr>
          </a:solidFill>
          <a:ln w="12700">
            <a:solidFill>
              <a:srgbClr val="00DCB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" y="751427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COMPUTER GRAPHICS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1025747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AIM</a:t>
            </a:r>
            <a:r>
              <a:rPr lang="en-US" sz="7200" b="1" dirty="0">
                <a:solidFill>
                  <a:srgbClr val="00DC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LABS</a:t>
            </a:r>
            <a:r>
              <a:rPr lang="en-US" sz="72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3D</a:t>
            </a:r>
            <a:endParaRPr lang="en-US" sz="7200" dirty="0"/>
          </a:p>
        </p:txBody>
      </p:sp>
      <p:sp>
        <p:nvSpPr>
          <p:cNvPr id="28" name="Text 26"/>
          <p:cNvSpPr/>
          <p:nvPr/>
        </p:nvSpPr>
        <p:spPr>
          <a:xfrm>
            <a:off x="548640" y="23098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First-Person Aim Trainer · Real-Time 3D Rendering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2767028"/>
            <a:ext cx="1325880" cy="292608"/>
          </a:xfrm>
          <a:prstGeom prst="rect">
            <a:avLst/>
          </a:prstGeom>
          <a:solidFill>
            <a:srgbClr val="00DCB4">
              <a:alpha val="15000"/>
            </a:srgbClr>
          </a:solidFill>
          <a:ln w="10160">
            <a:solidFill>
              <a:srgbClr val="00DCB4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27670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OpenGL 3.3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0" y="2767028"/>
            <a:ext cx="1325880" cy="292608"/>
          </a:xfrm>
          <a:prstGeom prst="rect">
            <a:avLst/>
          </a:prstGeom>
          <a:solidFill>
            <a:srgbClr val="00A3FF">
              <a:alpha val="15000"/>
            </a:srgbClr>
          </a:solidFill>
          <a:ln w="10160">
            <a:solidFill>
              <a:srgbClr val="00A3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011680" y="27670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3.10+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2767028"/>
            <a:ext cx="1325880" cy="292608"/>
          </a:xfrm>
          <a:prstGeom prst="rect">
            <a:avLst/>
          </a:prstGeom>
          <a:solidFill>
            <a:srgbClr val="A855F7">
              <a:alpha val="15000"/>
            </a:srgbClr>
          </a:solidFill>
          <a:ln w="10160">
            <a:solidFill>
              <a:srgbClr val="A855F7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474720" y="27670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ModernGL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767028"/>
            <a:ext cx="1325880" cy="292608"/>
          </a:xfrm>
          <a:prstGeom prst="rect">
            <a:avLst/>
          </a:prstGeom>
          <a:solidFill>
            <a:srgbClr val="F59E0B">
              <a:alpha val="15000"/>
            </a:srgbClr>
          </a:solidFill>
          <a:ln w="1016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37760" y="276702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GLSL Shaders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0D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57200" y="49743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github.com/ankushhKapoor/aimlabs</a:t>
            </a:r>
            <a:endParaRPr lang="en-US" sz="9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C6274A91-2B14-A39C-50AB-A904633BB6E9}"/>
              </a:ext>
            </a:extLst>
          </p:cNvPr>
          <p:cNvSpPr/>
          <p:nvPr/>
        </p:nvSpPr>
        <p:spPr>
          <a:xfrm>
            <a:off x="548640" y="3306667"/>
            <a:ext cx="6400800" cy="96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Ankush Kapoor 24102C0011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Kshitij Kadam 24102C0012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Yash Waghmare 24102C0031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Shlok Bagwe   24102C0037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INTUITION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AimLabs 3D?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5029200" cy="1828800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AimLabs 3D is a fully interactive first-person aim trainer built entirely in Python. It renders a real-time 3D world using OpenGL 3.3 via ModernGL, featuring live target tracking, physics-based movement, per-frame lighting, and a complete HUD system, all without a game engine.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280160"/>
            <a:ext cx="3291840" cy="1828800"/>
          </a:xfrm>
          <a:prstGeom prst="rect">
            <a:avLst/>
          </a:prstGeom>
          <a:solidFill>
            <a:srgbClr val="111122"/>
          </a:solidFill>
          <a:ln w="6350">
            <a:solidFill>
              <a:srgbClr val="A855F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15000" y="1389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BUILD THIS?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15000" y="1783080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897880" y="17556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CG theory hands-on in a live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15000" y="2075688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97880" y="20482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full OpenGL rendering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15000" y="2368296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97880" y="23408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playable game with no game 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2660904"/>
            <a:ext cx="109728" cy="109728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897880" y="26334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shader programming and ray-casting math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2606040" cy="1371600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74320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DC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274320" y="4114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GLSL Shaders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36392" y="3337560"/>
            <a:ext cx="2606040" cy="1371600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136392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A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3136392" y="4114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Modes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98464" y="3337560"/>
            <a:ext cx="2606040" cy="1371600"/>
          </a:xfrm>
          <a:prstGeom prst="rect">
            <a:avLst/>
          </a:prstGeom>
          <a:solidFill>
            <a:srgbClr val="111122"/>
          </a:solidFill>
          <a:ln w="635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98464" y="34290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5998464" y="4114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Engines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707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AIMLABS 3D  ·  COMPUTER GRAPHICS PROJECT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GAMEPLAY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in Action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3108960"/>
          </a:xfrm>
          <a:prstGeom prst="rect">
            <a:avLst/>
          </a:prstGeom>
          <a:solidFill>
            <a:srgbClr val="111122"/>
          </a:solidFill>
          <a:ln w="10160">
            <a:solidFill>
              <a:srgbClr val="00DCB4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field_mod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44168"/>
            <a:ext cx="4078224" cy="2724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069080"/>
            <a:ext cx="4114800" cy="365760"/>
          </a:xfrm>
          <a:prstGeom prst="rect">
            <a:avLst/>
          </a:prstGeom>
          <a:solidFill>
            <a:srgbClr val="00DCB4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" y="4087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 MODE  ·  Humanoid Targets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325880"/>
            <a:ext cx="4114800" cy="3108960"/>
          </a:xfrm>
          <a:prstGeom prst="rect">
            <a:avLst/>
          </a:prstGeom>
          <a:solidFill>
            <a:srgbClr val="111122"/>
          </a:solidFill>
          <a:ln w="10160">
            <a:solidFill>
              <a:srgbClr val="A855F7">
                <a:alpha val="6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arena_mod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344168"/>
            <a:ext cx="4078224" cy="27249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754880" y="4069080"/>
            <a:ext cx="4114800" cy="365760"/>
          </a:xfrm>
          <a:prstGeom prst="rect">
            <a:avLst/>
          </a:prstGeom>
          <a:solidFill>
            <a:srgbClr val="A855F7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4754880" y="4087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ARENA MODE  ·  Sphere Targets with Phong Shading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707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AIMLABS 3D  ·  COMPUTER GRAPHICS PROJECT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WORKING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84048" y="1435608"/>
            <a:ext cx="347472" cy="347472"/>
          </a:xfrm>
          <a:prstGeom prst="ellipse">
            <a:avLst/>
          </a:prstGeom>
          <a:solidFill>
            <a:srgbClr val="00DCB4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7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Handling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captures mouse and keyboard every frame. Mouse delta updates camera yaw and pitch. WASD maps to velocity vector.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64608" y="1435608"/>
            <a:ext cx="347472" cy="347472"/>
          </a:xfrm>
          <a:prstGeom prst="ellipse">
            <a:avLst/>
          </a:prstGeom>
          <a:solidFill>
            <a:srgbClr val="00A3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64608" y="1435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7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21808" y="1435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State Update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76479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move and pulse. Obstacles toggle. Gun recoil and reload timeline advance. Score and timer tick each frame.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A855F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84048" y="2624328"/>
            <a:ext cx="347472" cy="347472"/>
          </a:xfrm>
          <a:prstGeom prst="ellipse">
            <a:avLst/>
          </a:prstGeom>
          <a:solidFill>
            <a:srgbClr val="A855F7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7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" y="2624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Shoot Resolution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295351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cast from camera origin in look direction. Analytic ray sphere test on all targets and obstacles. Nearest valid hit wins.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64608" y="2624328"/>
            <a:ext cx="347472" cy="347472"/>
          </a:xfrm>
          <a:prstGeom prst="ellipse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64608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7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21808" y="2624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Pass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295351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then Skybox (depth off) then World panels then Obstacles then Targets then Gun (view-space) then HUD (depth off).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" y="3813048"/>
            <a:ext cx="347472" cy="347472"/>
          </a:xfrm>
          <a:prstGeom prst="ellipse">
            <a:avLst/>
          </a:prstGeom>
          <a:solidFill>
            <a:srgbClr val="00DCB4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7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Shader Execution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414223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draw call runs GLSL vertex and fragment shaders. Uniforms set per object: MVP matrices, color, hit_flash, stripe_mode.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64608" y="3813048"/>
            <a:ext cx="347472" cy="347472"/>
          </a:xfrm>
          <a:prstGeom prst="ellipse">
            <a:avLst/>
          </a:prstGeom>
          <a:solidFill>
            <a:srgbClr val="00A3F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64608" y="3813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070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3813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 and Display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92040" y="4142232"/>
            <a:ext cx="3840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Pygame surfaces rendered to GL texture. Score, accuracy, ammo, crosshair, vignette composited over 3D scene.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707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AIMLABS 3D  ·  COMPUTER GRAPHICS PROJECT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4864" cy="1078992"/>
          </a:xfrm>
          <a:prstGeom prst="rect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Game Modes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4650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mode with sphere targets and Field mode with humanoid targets. Toggle with M key pre-game or while paused.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54864" cy="1078992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Dynamic Difficulty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4650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DifficultyManager scales target count, speed, and size every 8 hits. Obstacles only appear at level 3 and above.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A855F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2514600"/>
            <a:ext cx="54864" cy="1078992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2633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Realistic Gun Model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3522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AK-47 mesh with recoil animation, ammo tracking, manual and auto reload, and view-space rendering so it stays always visible.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51460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514600"/>
            <a:ext cx="54864" cy="107899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37760" y="26334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Procedural Audio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93522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and reload from .mp3 assets. Hit ping synthesised in NumPy at runtime. Graceful fallback when files unavailable.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" y="3703320"/>
            <a:ext cx="54864" cy="1078992"/>
          </a:xfrm>
          <a:prstGeom prst="rect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822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HUD System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2394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accuracy, streak, timer, ammo counter, and crosshair. State-keyed caching avoids unnecessary texture rebuilds.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4114800" cy="1078992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03320"/>
            <a:ext cx="54864" cy="1078992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3822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Optimised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12394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VAO/VBO cached per mesh type. HUD texture only rebuilt on state change. Single unified render loop with depth toggling.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707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AIMLABS 3D  ·  COMPUTER GRAPHICS PROJECT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COMPUTER GRAPHICS CONCEPTS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CG Concepts Used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37160" cy="137160"/>
          </a:xfrm>
          <a:prstGeom prst="ellipse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76072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7282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objects to positions in 3D world space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1325880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310128" y="1417320"/>
            <a:ext cx="137160" cy="13716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520440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28416" y="17282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targets and objects using scale matrix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63056" y="1325880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A855F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54496" y="1417320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64808" y="1389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72784" y="172821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objects and camera using rotation matrix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203704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2295144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76072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4048" y="260604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projection converts 3D scene to 2D screen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18688" y="2203704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310128" y="2295144"/>
            <a:ext cx="137160" cy="137160"/>
          </a:xfrm>
          <a:prstGeom prst="ellipse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52044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Vertex Shader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28416" y="260604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program that transforms each vertex position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63056" y="2203704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2295144"/>
            <a:ext cx="137160" cy="13716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64808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Fragment Shader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72784" y="260604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program that computes the color of each pixel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081528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A855F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65760" y="3172968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76072" y="3145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Phong Lighting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348386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Ambient, diffuse and specular light per surface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18688" y="3081528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10128" y="317296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520440" y="3145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Matrix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28416" y="348386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look direction defines the view of the scene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63056" y="3081528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254496" y="3172968"/>
            <a:ext cx="137160" cy="137160"/>
          </a:xfrm>
          <a:prstGeom prst="ellipse">
            <a:avLst/>
          </a:prstGeom>
          <a:solidFill>
            <a:srgbClr val="00DCB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464808" y="3145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 Buffering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72784" y="348386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which object is closest to camera per pixel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959352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65760" y="4050792"/>
            <a:ext cx="137160" cy="13716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76072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Texture Mapping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84048" y="436168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HUD surface image onto a flat quad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18688" y="3959352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A855F7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3310128" y="4050792"/>
            <a:ext cx="137160" cy="137160"/>
          </a:xfrm>
          <a:prstGeom prst="ellipse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52044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 Casting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328416" y="436168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Shooting a ray from camera to detect target hits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63056" y="3959352"/>
            <a:ext cx="2743200" cy="768096"/>
          </a:xfrm>
          <a:prstGeom prst="rect">
            <a:avLst/>
          </a:prstGeom>
          <a:solidFill>
            <a:srgbClr val="111122"/>
          </a:solidFill>
          <a:ln w="6350">
            <a:solidFill>
              <a:srgbClr val="F59E0B">
                <a:alpha val="4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254496" y="4050792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464808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F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 Generation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272784" y="436168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sphere and humanoid geometry from code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707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AIMLABS 3D  ·  COMPUTER GRAPHICS PROJECT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CODE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651760" cy="3429000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 LAYER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737360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00DCB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5488" y="1764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engine/window.py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95681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context, swap, dt/fps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249424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00DCB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" y="2276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engine/camera.py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688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look, matrices, ray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761488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00DCB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" y="2788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engine/shader.py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9809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compile, cache GLSL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273552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00DCB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" y="33009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engine/mesh.py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49300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VAO: Sphere, Box, Quad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3785616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00DCB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" y="3813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engine/renderer.py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40050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HUD, overlays, textures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54680" y="1298448"/>
            <a:ext cx="2651760" cy="3429000"/>
          </a:xfrm>
          <a:prstGeom prst="rect">
            <a:avLst/>
          </a:prstGeom>
          <a:solidFill>
            <a:srgbClr val="111122"/>
          </a:solidFill>
          <a:ln w="6350">
            <a:solidFill>
              <a:srgbClr val="A855F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91840" y="1417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 LAYER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1737360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55848" y="17647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game/target.py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55848" y="195681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and humanoid targets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64408" y="2249424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55848" y="227685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game/raycaster.py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55848" y="246888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ray-sphere hit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64408" y="2761488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55848" y="2788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game/gun.py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55848" y="29809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 model, ammo, recoil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264408" y="3273552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55848" y="33009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game/obstacle.py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55848" y="349300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blinking penalty targets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64408" y="3785616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55848" y="38130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game/score.py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55848" y="400507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accuracy, timer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64408" y="4297680"/>
            <a:ext cx="2423160" cy="438912"/>
          </a:xfrm>
          <a:prstGeom prst="rect">
            <a:avLst/>
          </a:prstGeom>
          <a:solidFill>
            <a:srgbClr val="0A0A18"/>
          </a:solidFill>
          <a:ln w="3810">
            <a:solidFill>
              <a:srgbClr val="A855F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55848" y="43251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game/sound.py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355848" y="451713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and NumPy synthesis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035040" y="1298448"/>
            <a:ext cx="2834640" cy="1691640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17220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GLSL SHADERS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44768" y="1737360"/>
            <a:ext cx="2606040" cy="320040"/>
          </a:xfrm>
          <a:prstGeom prst="rect">
            <a:avLst/>
          </a:prstGeom>
          <a:solidFill>
            <a:srgbClr val="0A0A18"/>
          </a:solidFill>
          <a:ln w="3810">
            <a:solidFill>
              <a:srgbClr val="00A3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236208" y="174650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phong.vert/.frag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36208" y="1901952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geometry, lighting, flash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44768" y="2121408"/>
            <a:ext cx="2606040" cy="320040"/>
          </a:xfrm>
          <a:prstGeom prst="rect">
            <a:avLst/>
          </a:prstGeom>
          <a:solidFill>
            <a:srgbClr val="0A0A18"/>
          </a:solidFill>
          <a:ln w="3810">
            <a:solidFill>
              <a:srgbClr val="00A3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236208" y="213055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skybox.vert/.frag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36208" y="2286000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field, time animation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144768" y="2505456"/>
            <a:ext cx="2606040" cy="320040"/>
          </a:xfrm>
          <a:prstGeom prst="rect">
            <a:avLst/>
          </a:prstGeom>
          <a:solidFill>
            <a:srgbClr val="0A0A18"/>
          </a:solidFill>
          <a:ln w="3810">
            <a:solidFill>
              <a:srgbClr val="00A3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236208" y="251460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hud.vert/.frag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36208" y="2670048"/>
            <a:ext cx="2423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overlays, crosshair, vignette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035040" y="3154680"/>
            <a:ext cx="2834640" cy="1572768"/>
          </a:xfrm>
          <a:prstGeom prst="rect">
            <a:avLst/>
          </a:prstGeom>
          <a:solidFill>
            <a:srgbClr val="111122"/>
          </a:solidFill>
          <a:ln w="635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172200" y="3273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POINT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17220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172200" y="38587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all layers: init, game loop, input, update, render, swap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707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AIMLABS 3D  ·  COMPUTER GRAPHICS PROJECT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SCALING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F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Scaling the Project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14800" cy="1572768"/>
          </a:xfrm>
          <a:prstGeom prst="rect">
            <a:avLst/>
          </a:prstGeom>
          <a:solidFill>
            <a:srgbClr val="111122"/>
          </a:solidFill>
          <a:ln w="6350">
            <a:solidFill>
              <a:srgbClr val="00DCB4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292608"/>
          </a:xfrm>
          <a:prstGeom prst="rect">
            <a:avLst/>
          </a:prstGeom>
          <a:solidFill>
            <a:srgbClr val="00DCB4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C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773936"/>
            <a:ext cx="109728" cy="0"/>
          </a:xfrm>
          <a:prstGeom prst="line">
            <a:avLst/>
          </a:prstGeom>
          <a:noFill/>
          <a:ln w="1905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85800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mapping with directional or point lights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75688"/>
            <a:ext cx="109728" cy="0"/>
          </a:xfrm>
          <a:prstGeom prst="line">
            <a:avLst/>
          </a:prstGeom>
          <a:noFill/>
          <a:ln w="1905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1984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and specular maps on targets and walls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377440"/>
            <a:ext cx="109728" cy="0"/>
          </a:xfrm>
          <a:prstGeom prst="line">
            <a:avLst/>
          </a:prstGeom>
          <a:noFill/>
          <a:ln w="1905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Frustum culling to skip off-screen draw calls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79192"/>
            <a:ext cx="109728" cy="0"/>
          </a:xfrm>
          <a:prstGeom prst="line">
            <a:avLst/>
          </a:prstGeom>
          <a:noFill/>
          <a:ln w="19050">
            <a:solidFill>
              <a:srgbClr val="00DCB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Post-processing: bloom, motion blur, SSAO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4114800" cy="1572768"/>
          </a:xfrm>
          <a:prstGeom prst="rect">
            <a:avLst/>
          </a:prstGeom>
          <a:solidFill>
            <a:srgbClr val="111122"/>
          </a:solidFill>
          <a:ln w="6350">
            <a:solidFill>
              <a:srgbClr val="00A3FF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754880" y="1298448"/>
            <a:ext cx="4114800" cy="292608"/>
          </a:xfrm>
          <a:prstGeom prst="rect">
            <a:avLst/>
          </a:prstGeom>
          <a:solidFill>
            <a:srgbClr val="00A3FF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13441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A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GAMEPLAY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83480" y="1773936"/>
            <a:ext cx="10972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66360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multiplayer via socket or WebSocket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83480" y="2075688"/>
            <a:ext cx="10972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66360" y="1984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leaderboard and persistent player stats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2377440"/>
            <a:ext cx="10972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166360" y="2286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scenario editor with save/load config files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83480" y="2679192"/>
            <a:ext cx="109728" cy="0"/>
          </a:xfrm>
          <a:prstGeom prst="line">
            <a:avLst/>
          </a:prstGeom>
          <a:noFill/>
          <a:ln w="1905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166360" y="25877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weapons with unique recoil profiles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990088"/>
            <a:ext cx="4114800" cy="1572768"/>
          </a:xfrm>
          <a:prstGeom prst="rect">
            <a:avLst/>
          </a:prstGeom>
          <a:solidFill>
            <a:srgbClr val="111122"/>
          </a:solidFill>
          <a:ln w="6350">
            <a:solidFill>
              <a:srgbClr val="A855F7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74320" y="2990088"/>
            <a:ext cx="4114800" cy="292608"/>
          </a:xfrm>
          <a:prstGeom prst="rect">
            <a:avLst/>
          </a:prstGeom>
          <a:solidFill>
            <a:srgbClr val="A855F7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11480" y="3035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465576"/>
            <a:ext cx="109728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85800" y="3374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(Entity Component System) architecture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2920" y="3767328"/>
            <a:ext cx="109728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85800" y="3675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pipeline to load .obj and .gltf 3D models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4069080"/>
            <a:ext cx="109728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8580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engine with collision, gravity, rigidbody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370832"/>
            <a:ext cx="109728" cy="0"/>
          </a:xfrm>
          <a:prstGeom prst="line">
            <a:avLst/>
          </a:prstGeom>
          <a:noFill/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85800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streaming for large arenas without stutter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990088"/>
            <a:ext cx="4114800" cy="1572768"/>
          </a:xfrm>
          <a:prstGeom prst="rect">
            <a:avLst/>
          </a:prstGeom>
          <a:solidFill>
            <a:srgbClr val="111122"/>
          </a:solidFill>
          <a:ln w="6350">
            <a:solidFill>
              <a:srgbClr val="F59E0B">
                <a:alpha val="5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754880" y="2990088"/>
            <a:ext cx="4114800" cy="292608"/>
          </a:xfrm>
          <a:prstGeom prst="rect">
            <a:avLst/>
          </a:prstGeom>
          <a:solidFill>
            <a:srgbClr val="F59E0B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92040" y="30358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83480" y="3465576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166360" y="3374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WebAssembly port via Emscripten and WebGL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83480" y="3767328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5166360" y="3675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support with touch aim and on-screen controls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83480" y="4069080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16636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mode with stereoscopic render and head tracking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83480" y="4370832"/>
            <a:ext cx="109728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166360" y="4279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replay storage and per-session analytics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707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AIMLABS 3D  ·  COMPUTER GRAPHICS PROJECT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957</Words>
  <Application>Microsoft Office PowerPoint</Application>
  <PresentationFormat>On-screen Show (16:9)</PresentationFormat>
  <Paragraphs>163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AimLabs 3D — Project Presentation</dc:title>
  <dc:subject>PptxGenJS Presentation</dc:subject>
  <dc:creator>PptxGenJS</dc:creator>
  <cp:lastModifiedBy>Ankush Kapoor</cp:lastModifiedBy>
  <cp:revision>2</cp:revision>
  <dcterms:created xsi:type="dcterms:W3CDTF">2026-04-11T10:13:56Z</dcterms:created>
  <dcterms:modified xsi:type="dcterms:W3CDTF">2026-04-11T10:19:03Z</dcterms:modified>
</cp:coreProperties>
</file>